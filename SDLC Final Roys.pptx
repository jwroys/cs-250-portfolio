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DD8C7-26D3-45DE-8A6C-6520BA308F05}" v="1" dt="2026-02-22T20:40:43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ph Roys" userId="cde7deb86238c98e" providerId="LiveId" clId="{0E425D56-CEBF-400B-A691-88B048CA6411}"/>
    <pc:docChg chg="modSld">
      <pc:chgData name="Jeph Roys" userId="cde7deb86238c98e" providerId="LiveId" clId="{0E425D56-CEBF-400B-A691-88B048CA6411}" dt="2026-02-22T20:40:43.554" v="0"/>
      <pc:docMkLst>
        <pc:docMk/>
      </pc:docMkLst>
      <pc:sldChg chg="modSp">
        <pc:chgData name="Jeph Roys" userId="cde7deb86238c98e" providerId="LiveId" clId="{0E425D56-CEBF-400B-A691-88B048CA6411}" dt="2026-02-22T20:40:43.554" v="0"/>
        <pc:sldMkLst>
          <pc:docMk/>
          <pc:sldMk cId="0" sldId="260"/>
        </pc:sldMkLst>
        <pc:spChg chg="mod">
          <ac:chgData name="Jeph Roys" userId="cde7deb86238c98e" providerId="LiveId" clId="{0E425D56-CEBF-400B-A691-88B048CA6411}" dt="2026-02-22T20:40:43.554" v="0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72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7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3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2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6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8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1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8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2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8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0355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94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8952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37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46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5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crumguides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3"/>
            <a:ext cx="5825202" cy="1096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CS 250 Software Development Lifecycle</a:t>
            </a:r>
          </a:p>
          <a:p>
            <a:r>
              <a:rPr lang="en-US" dirty="0">
                <a:solidFill>
                  <a:schemeClr val="tx1"/>
                </a:solidFill>
              </a:rPr>
              <a:t>Jeff Roys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Scrum Agile Evaluation for SNHU Travel Project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 Agile 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defRPr sz="2400"/>
            </a:pPr>
            <a:r>
              <a:t>Product Owner defines priorities and ensures features deliver customer value</a:t>
            </a:r>
          </a:p>
          <a:p>
            <a:pPr algn="l">
              <a:defRPr sz="2400"/>
            </a:pPr>
            <a:r>
              <a:t>Scrum Master facilitates the process and removes obstacles to progress</a:t>
            </a:r>
          </a:p>
          <a:p>
            <a:pPr algn="l">
              <a:defRPr sz="2400"/>
            </a:pPr>
            <a:r>
              <a:t>Development Team builds, tests, and delivers working software increments</a:t>
            </a:r>
          </a:p>
          <a:p>
            <a:pPr algn="l">
              <a:defRPr sz="2400"/>
            </a:pPr>
            <a:r>
              <a:t>Shared accountability replaces traditional top down project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Phases of the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defRPr sz="2400"/>
            </a:pPr>
            <a:r>
              <a:t>Planning through user stories and prioritized product backlog</a:t>
            </a:r>
          </a:p>
          <a:p>
            <a:pPr algn="l">
              <a:defRPr sz="2400"/>
            </a:pPr>
            <a:r>
              <a:t>Design and development occur in short iterative sprints</a:t>
            </a:r>
          </a:p>
          <a:p>
            <a:pPr algn="l">
              <a:defRPr sz="2400"/>
            </a:pPr>
            <a:r>
              <a:t>Continuous testing ensures functionality throughout development</a:t>
            </a:r>
          </a:p>
          <a:p>
            <a:pPr algn="l">
              <a:defRPr sz="2400"/>
            </a:pPr>
            <a:r>
              <a:t>Sprint reviews and retrospectives drive continuous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Compared to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>
              <a:defRPr sz="2400"/>
            </a:pPr>
            <a:r>
              <a:rPr dirty="0"/>
              <a:t>Waterfall follows a linear sequence with limited flexibility after planning</a:t>
            </a:r>
          </a:p>
          <a:p>
            <a:pPr algn="l">
              <a:defRPr sz="2400"/>
            </a:pPr>
            <a:r>
              <a:rPr dirty="0"/>
              <a:t>Agile supports change by delivering software in small, repeatable cycles</a:t>
            </a:r>
          </a:p>
          <a:p>
            <a:pPr algn="l">
              <a:defRPr sz="2400"/>
            </a:pPr>
            <a:r>
              <a:rPr dirty="0"/>
              <a:t>Waterfall works best for fixed, predictable requirements</a:t>
            </a:r>
          </a:p>
          <a:p>
            <a:pPr algn="l">
              <a:defRPr sz="2400"/>
            </a:pPr>
            <a:r>
              <a:rPr dirty="0"/>
              <a:t>Agile is ideal for innovation, evolving needs, and customer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Cobb, C. G. (2015). </a:t>
            </a:r>
            <a:r>
              <a:rPr lang="en-US" i="1" dirty="0"/>
              <a:t>The project manager’s guide to mastering Agile: Principles and practices for an adaptive approach</a:t>
            </a:r>
            <a:r>
              <a:rPr lang="en-US" dirty="0"/>
              <a:t>. Wiley.</a:t>
            </a:r>
          </a:p>
          <a:p>
            <a:r>
              <a:rPr lang="en-US" dirty="0"/>
              <a:t>Schwaber, K., &amp; Sutherland, J. (2020). </a:t>
            </a:r>
            <a:r>
              <a:rPr lang="en-US" i="1" dirty="0"/>
              <a:t>The Scrum guide: The definitive guide to Scrum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https://scrumguides.org</a:t>
            </a:r>
            <a:endParaRPr lang="en-US" dirty="0"/>
          </a:p>
          <a:p>
            <a:r>
              <a:rPr lang="en-US" dirty="0"/>
              <a:t>Knaster, R., &amp; Leffingwell, D. (2021). </a:t>
            </a:r>
            <a:r>
              <a:rPr lang="en-US" i="1" dirty="0" err="1"/>
              <a:t>SAFe</a:t>
            </a:r>
            <a:r>
              <a:rPr lang="en-US" i="1" dirty="0"/>
              <a:t> distilled: Achieving business agility with the scaled Agile framework</a:t>
            </a:r>
            <a:r>
              <a:rPr lang="en-US" dirty="0"/>
              <a:t> (2nd ed.). Addison Wesley.</a:t>
            </a:r>
          </a:p>
          <a:p>
            <a:r>
              <a:rPr lang="en-US" dirty="0"/>
              <a:t>Rigby, D. K., Sutherland, J., &amp; Takeuchi, H. (2016). Embracing Agile. </a:t>
            </a:r>
            <a:r>
              <a:rPr lang="en-US" i="1" dirty="0"/>
              <a:t>Harvard Business Review, 94</a:t>
            </a:r>
            <a:r>
              <a:rPr lang="en-US" dirty="0"/>
              <a:t>(5), 40 to 50.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252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Scrum Agile Evaluation for SNHU Travel Project</vt:lpstr>
      <vt:lpstr>Scrum Agile Team Roles</vt:lpstr>
      <vt:lpstr>Agile Phases of the SDLC</vt:lpstr>
      <vt:lpstr>Waterfall Compared to Agile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Jeph Roys</dc:creator>
  <cp:keywords/>
  <dc:description>generated using python-pptx</dc:description>
  <cp:lastModifiedBy>Jeph Roys</cp:lastModifiedBy>
  <cp:revision>2</cp:revision>
  <dcterms:created xsi:type="dcterms:W3CDTF">2013-01-27T09:14:16Z</dcterms:created>
  <dcterms:modified xsi:type="dcterms:W3CDTF">2026-02-22T20:40:57Z</dcterms:modified>
  <cp:category/>
</cp:coreProperties>
</file>